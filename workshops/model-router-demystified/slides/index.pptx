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═══════════════════════════════════════════════════════════════════════
  One Endpoint, Smarter Spend — Model Router Deep-Dive
  Workshop: workshops/model-router-demystified
  ~35 slides · ~45 min · ~1 min/slide
═══════════════════════════════════════════════════════════════════════
Opener. Frame the deck: this isn't a marketing pitch for Model Router,
it's an empirical workshop. We're going to *measure* whether the router
holds up on a real workload (Zava Travel Concierge), and learn how to
optimize it with config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motivating problem. Most teams default to "one frontier model for
everything" because they don't want to maintain a custom routing layer.
That's exactly the gap Model Router fills.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Four-corner overview. Each tile becomes a deeper slide later, so keep
this short. Emphasis: Model Router *is* the router — you don't build
one on top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 learning objectives from README.md, condensed into action verbs.
This is the contract for the next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workshop in a concrete scenario. The same Zava Travel domain
is reused from foundry-models-e2e, so learners crossing over already
know the policy. The before/after numbers come from 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 of the workshop. Each lab moves one row. By the end
we want the audience to internalize: "Same quality. ~68% less cost.
~44% less latency. Zero code changes."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 divider. The workshop uses the Select → Evaluate → Optimize →
Operate loop. We're entering Select.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 min lab. The point is: deploying Model Router is the same workflow
as any other model. No special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50+ prompts in router-eval-prompts.jsonl. The category column matters
later for adaptive evaluator rules. Spend a moment on why mirroring
your real distribution is the whole game for honest measurement.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pivot of the workshop. Mode = quality tolerance
band. Subset = which models the router can choose from. Together they
give you fine control without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if time. The response.model field is the most useful
single piece of telemetry in the entire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min lab. Pipeline is adapted from the public
Model-Router-Auto-Evaluation repo. Dual-ordered pairwise is the
non-obvious trick — without it, position bias contaminates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here. This is the "aha" moment for skeptics. The trade is real
and measurable, not theoretical. The next lab tightens the eval to
catch the domain-specific failures that generic scoring misses.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back to the core insight from README: "the router IS the
decomposition." If the distribution surprises you, that's data about
your workload, not a router bug.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to domain-specific evaluation. This is the lesson that
generalizes far beyond Model Router: generic evals are necessary, not
sufficient.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criteria, all framed around failure modes we actually see with
smaller models. Boundary precision is the killer one — "reimbursable
vs. needs approval" hinges on $25.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rubric shifts weight based on the *kind* of question. Edge cases
penalize hallucination harder; budget questions penalize wrong
numbers harder. This is what makes the evaluator usable beyond a toy.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runs, three data points. The lesson: don't pick a mode by name,
pick it by what the scorecard says about *your* workload. For Zava
Travel, Balanced wins. For a tier-2 chatbot, Cost might.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compliance, predictability, and caching all converge.
"Always include ≥2 models in your subset" is the one operational rule
to repeat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Caching is automatic on supported models — you don't configure it,
you design *for* it: long stable system prompts + narrow subset =
high hit rate. This is why subset and caching combine multiplicatively.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closing scorecard. The v3 → v4 rollback is the
methodological lesson: hill-climbing means you keep a change only
if the scorecard supports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Failover is the unsung feature. It also means you should think of the
subset as both an optimization tool AND a reliability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the workshop from "one-off comparison" to "ongoing practice."
Continuous eval is the bridge between Day-1 deployment and a
year-in production posture.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to action. Point at the repo, the workshop folder, and the
run-workshop skill. Encourage measuring on their own prompts — the
methodology transfers even if the numbers don't.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 Endpoint, Smarter Spend</dc:title>
  <dc:subject>PptxGenJS Presentation</dc:subject>
  <dc:creator>Created by Marp</dc:creator>
  <cp:lastModifiedBy>Created by Marp</cp:lastModifiedBy>
  <cp:revision>1</cp:revision>
  <dcterms:created xsi:type="dcterms:W3CDTF">2026-05-27T12:18:36Z</dcterms:created>
  <dcterms:modified xsi:type="dcterms:W3CDTF">2026-05-27T12:18:36Z</dcterms:modified>
</cp:coreProperties>
</file>